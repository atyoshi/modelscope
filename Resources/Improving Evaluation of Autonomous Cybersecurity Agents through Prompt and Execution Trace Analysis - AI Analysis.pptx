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65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6570F9-2FBB-995B-2753-AC0C391E0AC4}" v="1600" dt="2026-05-16T17:03:58.776"/>
    <p1510:client id="{B682AE3B-BD73-DC7D-C614-C537CDD444C1}" v="456" dt="2026-05-17T02:30:10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ff, Muqaddam Aaqil" userId="S::msheriff@miners.utep.edu::aff0f2eb-ce29-43af-9dd9-8026467a032b" providerId="AD" clId="Web-{B682AE3B-BD73-DC7D-C614-C537CDD444C1}"/>
    <pc:docChg chg="addSld delSld modSld">
      <pc:chgData name="Sheriff, Muqaddam Aaqil" userId="S::msheriff@miners.utep.edu::aff0f2eb-ce29-43af-9dd9-8026467a032b" providerId="AD" clId="Web-{B682AE3B-BD73-DC7D-C614-C537CDD444C1}" dt="2026-05-17T01:07:04.062" v="431"/>
      <pc:docMkLst>
        <pc:docMk/>
      </pc:docMkLst>
      <pc:sldChg chg="modSp">
        <pc:chgData name="Sheriff, Muqaddam Aaqil" userId="S::msheriff@miners.utep.edu::aff0f2eb-ce29-43af-9dd9-8026467a032b" providerId="AD" clId="Web-{B682AE3B-BD73-DC7D-C614-C537CDD444C1}" dt="2026-05-17T00:47:18.830" v="287" actId="20577"/>
        <pc:sldMkLst>
          <pc:docMk/>
          <pc:sldMk cId="3538144456" sldId="257"/>
        </pc:sldMkLst>
        <pc:spChg chg="mod">
          <ac:chgData name="Sheriff, Muqaddam Aaqil" userId="S::msheriff@miners.utep.edu::aff0f2eb-ce29-43af-9dd9-8026467a032b" providerId="AD" clId="Web-{B682AE3B-BD73-DC7D-C614-C537CDD444C1}" dt="2026-05-17T00:47:18.830" v="287" actId="20577"/>
          <ac:spMkLst>
            <pc:docMk/>
            <pc:sldMk cId="3538144456" sldId="257"/>
            <ac:spMk id="2" creationId="{18AF0AD8-3874-61E5-3FE5-88F11B889FDB}"/>
          </ac:spMkLst>
        </pc:spChg>
      </pc:sldChg>
      <pc:sldChg chg="modSp">
        <pc:chgData name="Sheriff, Muqaddam Aaqil" userId="S::msheriff@miners.utep.edu::aff0f2eb-ce29-43af-9dd9-8026467a032b" providerId="AD" clId="Web-{B682AE3B-BD73-DC7D-C614-C537CDD444C1}" dt="2026-05-17T00:47:14.111" v="286" actId="20577"/>
        <pc:sldMkLst>
          <pc:docMk/>
          <pc:sldMk cId="3036667054" sldId="258"/>
        </pc:sldMkLst>
        <pc:spChg chg="mod">
          <ac:chgData name="Sheriff, Muqaddam Aaqil" userId="S::msheriff@miners.utep.edu::aff0f2eb-ce29-43af-9dd9-8026467a032b" providerId="AD" clId="Web-{B682AE3B-BD73-DC7D-C614-C537CDD444C1}" dt="2026-05-17T00:47:14.111" v="286" actId="20577"/>
          <ac:spMkLst>
            <pc:docMk/>
            <pc:sldMk cId="3036667054" sldId="258"/>
            <ac:spMk id="2" creationId="{1755008F-5E8C-4803-CD0C-F7551AF9C0A6}"/>
          </ac:spMkLst>
        </pc:spChg>
      </pc:sldChg>
      <pc:sldChg chg="modSp">
        <pc:chgData name="Sheriff, Muqaddam Aaqil" userId="S::msheriff@miners.utep.edu::aff0f2eb-ce29-43af-9dd9-8026467a032b" providerId="AD" clId="Web-{B682AE3B-BD73-DC7D-C614-C537CDD444C1}" dt="2026-05-17T00:47:10.814" v="285" actId="20577"/>
        <pc:sldMkLst>
          <pc:docMk/>
          <pc:sldMk cId="4132499419" sldId="259"/>
        </pc:sldMkLst>
        <pc:spChg chg="mod">
          <ac:chgData name="Sheriff, Muqaddam Aaqil" userId="S::msheriff@miners.utep.edu::aff0f2eb-ce29-43af-9dd9-8026467a032b" providerId="AD" clId="Web-{B682AE3B-BD73-DC7D-C614-C537CDD444C1}" dt="2026-05-17T00:47:10.814" v="285" actId="20577"/>
          <ac:spMkLst>
            <pc:docMk/>
            <pc:sldMk cId="4132499419" sldId="259"/>
            <ac:spMk id="2" creationId="{9A4C3BDF-93C3-3379-14F2-0195BC53BF07}"/>
          </ac:spMkLst>
        </pc:spChg>
      </pc:sldChg>
      <pc:sldChg chg="modSp">
        <pc:chgData name="Sheriff, Muqaddam Aaqil" userId="S::msheriff@miners.utep.edu::aff0f2eb-ce29-43af-9dd9-8026467a032b" providerId="AD" clId="Web-{B682AE3B-BD73-DC7D-C614-C537CDD444C1}" dt="2026-05-17T00:47:05.424" v="284" actId="20577"/>
        <pc:sldMkLst>
          <pc:docMk/>
          <pc:sldMk cId="246632494" sldId="260"/>
        </pc:sldMkLst>
        <pc:spChg chg="mod">
          <ac:chgData name="Sheriff, Muqaddam Aaqil" userId="S::msheriff@miners.utep.edu::aff0f2eb-ce29-43af-9dd9-8026467a032b" providerId="AD" clId="Web-{B682AE3B-BD73-DC7D-C614-C537CDD444C1}" dt="2026-05-17T00:47:05.424" v="284" actId="20577"/>
          <ac:spMkLst>
            <pc:docMk/>
            <pc:sldMk cId="246632494" sldId="260"/>
            <ac:spMk id="2" creationId="{759C6270-8431-921E-03BA-CF9DE81BD266}"/>
          </ac:spMkLst>
        </pc:spChg>
      </pc:sldChg>
      <pc:sldChg chg="modSp">
        <pc:chgData name="Sheriff, Muqaddam Aaqil" userId="S::msheriff@miners.utep.edu::aff0f2eb-ce29-43af-9dd9-8026467a032b" providerId="AD" clId="Web-{B682AE3B-BD73-DC7D-C614-C537CDD444C1}" dt="2026-05-17T00:47:01.298" v="283" actId="20577"/>
        <pc:sldMkLst>
          <pc:docMk/>
          <pc:sldMk cId="1045190312" sldId="261"/>
        </pc:sldMkLst>
        <pc:spChg chg="mod">
          <ac:chgData name="Sheriff, Muqaddam Aaqil" userId="S::msheriff@miners.utep.edu::aff0f2eb-ce29-43af-9dd9-8026467a032b" providerId="AD" clId="Web-{B682AE3B-BD73-DC7D-C614-C537CDD444C1}" dt="2026-05-17T00:47:01.298" v="283" actId="20577"/>
          <ac:spMkLst>
            <pc:docMk/>
            <pc:sldMk cId="1045190312" sldId="261"/>
            <ac:spMk id="2" creationId="{741B6A22-360F-9EB5-6E42-B4258FD91EAF}"/>
          </ac:spMkLst>
        </pc:spChg>
      </pc:sldChg>
      <pc:sldChg chg="modSp">
        <pc:chgData name="Sheriff, Muqaddam Aaqil" userId="S::msheriff@miners.utep.edu::aff0f2eb-ce29-43af-9dd9-8026467a032b" providerId="AD" clId="Web-{B682AE3B-BD73-DC7D-C614-C537CDD444C1}" dt="2026-05-17T00:46:55.658" v="282" actId="20577"/>
        <pc:sldMkLst>
          <pc:docMk/>
          <pc:sldMk cId="3973920781" sldId="262"/>
        </pc:sldMkLst>
        <pc:spChg chg="mod">
          <ac:chgData name="Sheriff, Muqaddam Aaqil" userId="S::msheriff@miners.utep.edu::aff0f2eb-ce29-43af-9dd9-8026467a032b" providerId="AD" clId="Web-{B682AE3B-BD73-DC7D-C614-C537CDD444C1}" dt="2026-05-17T00:46:55.658" v="282" actId="20577"/>
          <ac:spMkLst>
            <pc:docMk/>
            <pc:sldMk cId="3973920781" sldId="262"/>
            <ac:spMk id="2" creationId="{3D4ED1E0-D68E-FF39-FC7D-5C0522CD6C69}"/>
          </ac:spMkLst>
        </pc:spChg>
      </pc:sldChg>
      <pc:sldChg chg="modSp new">
        <pc:chgData name="Sheriff, Muqaddam Aaqil" userId="S::msheriff@miners.utep.edu::aff0f2eb-ce29-43af-9dd9-8026467a032b" providerId="AD" clId="Web-{B682AE3B-BD73-DC7D-C614-C537CDD444C1}" dt="2026-05-17T00:46:47.564" v="280" actId="20577"/>
        <pc:sldMkLst>
          <pc:docMk/>
          <pc:sldMk cId="2630266088" sldId="263"/>
        </pc:sldMkLst>
        <pc:spChg chg="mod">
          <ac:chgData name="Sheriff, Muqaddam Aaqil" userId="S::msheriff@miners.utep.edu::aff0f2eb-ce29-43af-9dd9-8026467a032b" providerId="AD" clId="Web-{B682AE3B-BD73-DC7D-C614-C537CDD444C1}" dt="2026-05-17T00:46:47.564" v="280" actId="20577"/>
          <ac:spMkLst>
            <pc:docMk/>
            <pc:sldMk cId="2630266088" sldId="263"/>
            <ac:spMk id="2" creationId="{52ED846E-7FB3-B8C1-7BFC-ED36D9D6C18E}"/>
          </ac:spMkLst>
        </pc:spChg>
        <pc:spChg chg="mod">
          <ac:chgData name="Sheriff, Muqaddam Aaqil" userId="S::msheriff@miners.utep.edu::aff0f2eb-ce29-43af-9dd9-8026467a032b" providerId="AD" clId="Web-{B682AE3B-BD73-DC7D-C614-C537CDD444C1}" dt="2026-05-17T00:22:19.797" v="49" actId="20577"/>
          <ac:spMkLst>
            <pc:docMk/>
            <pc:sldMk cId="2630266088" sldId="263"/>
            <ac:spMk id="3" creationId="{EB273AB7-8CA3-9BCD-CC49-9F3CFBC9C745}"/>
          </ac:spMkLst>
        </pc:spChg>
      </pc:sldChg>
      <pc:sldChg chg="new del">
        <pc:chgData name="Sheriff, Muqaddam Aaqil" userId="S::msheriff@miners.utep.edu::aff0f2eb-ce29-43af-9dd9-8026467a032b" providerId="AD" clId="Web-{B682AE3B-BD73-DC7D-C614-C537CDD444C1}" dt="2026-05-17T01:06:58.750" v="430"/>
        <pc:sldMkLst>
          <pc:docMk/>
          <pc:sldMk cId="3085488188" sldId="264"/>
        </pc:sldMkLst>
      </pc:sldChg>
      <pc:sldChg chg="addSp delSp modSp new">
        <pc:chgData name="Sheriff, Muqaddam Aaqil" userId="S::msheriff@miners.utep.edu::aff0f2eb-ce29-43af-9dd9-8026467a032b" providerId="AD" clId="Web-{B682AE3B-BD73-DC7D-C614-C537CDD444C1}" dt="2026-05-17T00:46:26.814" v="276" actId="20577"/>
        <pc:sldMkLst>
          <pc:docMk/>
          <pc:sldMk cId="304897991" sldId="265"/>
        </pc:sldMkLst>
        <pc:spChg chg="mod">
          <ac:chgData name="Sheriff, Muqaddam Aaqil" userId="S::msheriff@miners.utep.edu::aff0f2eb-ce29-43af-9dd9-8026467a032b" providerId="AD" clId="Web-{B682AE3B-BD73-DC7D-C614-C537CDD444C1}" dt="2026-05-17T00:46:26.814" v="276" actId="20577"/>
          <ac:spMkLst>
            <pc:docMk/>
            <pc:sldMk cId="304897991" sldId="265"/>
            <ac:spMk id="2" creationId="{C01CDA13-507B-0EB4-0F1B-93D5414475E4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34:55.672" v="177"/>
          <ac:spMkLst>
            <pc:docMk/>
            <pc:sldMk cId="304897991" sldId="265"/>
            <ac:spMk id="3" creationId="{541AC646-EC09-A320-7E11-B67B0901E219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35:50.563" v="197" actId="14100"/>
          <ac:picMkLst>
            <pc:docMk/>
            <pc:sldMk cId="304897991" sldId="265"/>
            <ac:picMk id="4" creationId="{CD297CF6-3D3D-6D39-1486-8E53C710FEC9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0:35:56.485" v="200" actId="14100"/>
          <ac:picMkLst>
            <pc:docMk/>
            <pc:sldMk cId="304897991" sldId="265"/>
            <ac:picMk id="5" creationId="{3C9B4EC8-4929-CFAE-6DDA-B2AA7C0CB831}"/>
          </ac:picMkLst>
        </pc:picChg>
      </pc:sldChg>
      <pc:sldChg chg="addSp delSp modSp new add del">
        <pc:chgData name="Sheriff, Muqaddam Aaqil" userId="S::msheriff@miners.utep.edu::aff0f2eb-ce29-43af-9dd9-8026467a032b" providerId="AD" clId="Web-{B682AE3B-BD73-DC7D-C614-C537CDD444C1}" dt="2026-05-17T00:34:07.641" v="171"/>
        <pc:sldMkLst>
          <pc:docMk/>
          <pc:sldMk cId="3043533613" sldId="266"/>
        </pc:sldMkLst>
        <pc:spChg chg="mod">
          <ac:chgData name="Sheriff, Muqaddam Aaqil" userId="S::msheriff@miners.utep.edu::aff0f2eb-ce29-43af-9dd9-8026467a032b" providerId="AD" clId="Web-{B682AE3B-BD73-DC7D-C614-C537CDD444C1}" dt="2026-05-17T00:34:06.563" v="170" actId="20577"/>
          <ac:spMkLst>
            <pc:docMk/>
            <pc:sldMk cId="3043533613" sldId="266"/>
            <ac:spMk id="2" creationId="{A8EB7D56-0241-4ED5-ED6A-CB9548E34F29}"/>
          </ac:spMkLst>
        </pc:spChg>
        <pc:spChg chg="add del mod">
          <ac:chgData name="Sheriff, Muqaddam Aaqil" userId="S::msheriff@miners.utep.edu::aff0f2eb-ce29-43af-9dd9-8026467a032b" providerId="AD" clId="Web-{B682AE3B-BD73-DC7D-C614-C537CDD444C1}" dt="2026-05-17T00:30:23.781" v="100" actId="20577"/>
          <ac:spMkLst>
            <pc:docMk/>
            <pc:sldMk cId="3043533613" sldId="266"/>
            <ac:spMk id="3" creationId="{6372FFB6-1914-CF56-8176-46846BAEA0C4}"/>
          </ac:spMkLst>
        </pc:sp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2:49.327" v="366" actId="20577"/>
        <pc:sldMkLst>
          <pc:docMk/>
          <pc:sldMk cId="2173834591" sldId="267"/>
        </pc:sldMkLst>
        <pc:spChg chg="add del mod">
          <ac:chgData name="Sheriff, Muqaddam Aaqil" userId="S::msheriff@miners.utep.edu::aff0f2eb-ce29-43af-9dd9-8026467a032b" providerId="AD" clId="Web-{B682AE3B-BD73-DC7D-C614-C537CDD444C1}" dt="2026-05-17T01:02:49.327" v="366" actId="20577"/>
          <ac:spMkLst>
            <pc:docMk/>
            <pc:sldMk cId="2173834591" sldId="267"/>
            <ac:spMk id="2" creationId="{44B4995B-6697-FC88-47CC-E309C2AFD45A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31:11.937" v="106"/>
          <ac:spMkLst>
            <pc:docMk/>
            <pc:sldMk cId="2173834591" sldId="267"/>
            <ac:spMk id="3" creationId="{2875D81D-0FAE-80DD-5527-1D949E66796E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32:35.578" v="143" actId="1076"/>
          <ac:picMkLst>
            <pc:docMk/>
            <pc:sldMk cId="2173834591" sldId="267"/>
            <ac:picMk id="4" creationId="{ECC55B95-BBE2-4106-ED48-EB7495B2F50C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0:32:47" v="149" actId="1076"/>
          <ac:picMkLst>
            <pc:docMk/>
            <pc:sldMk cId="2173834591" sldId="267"/>
            <ac:picMk id="5" creationId="{1FFCA1A7-56F7-3DE2-FC8A-323DB51686E7}"/>
          </ac:picMkLst>
        </pc:picChg>
        <pc:picChg chg="add del mod">
          <ac:chgData name="Sheriff, Muqaddam Aaqil" userId="S::msheriff@miners.utep.edu::aff0f2eb-ce29-43af-9dd9-8026467a032b" providerId="AD" clId="Web-{B682AE3B-BD73-DC7D-C614-C537CDD444C1}" dt="2026-05-17T00:32:32.875" v="139"/>
          <ac:picMkLst>
            <pc:docMk/>
            <pc:sldMk cId="2173834591" sldId="267"/>
            <ac:picMk id="6" creationId="{7C657BF4-33B9-A1CA-7311-BFB15A1AC643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2:57.530" v="369" actId="20577"/>
        <pc:sldMkLst>
          <pc:docMk/>
          <pc:sldMk cId="1893777831" sldId="268"/>
        </pc:sldMkLst>
        <pc:spChg chg="mod">
          <ac:chgData name="Sheriff, Muqaddam Aaqil" userId="S::msheriff@miners.utep.edu::aff0f2eb-ce29-43af-9dd9-8026467a032b" providerId="AD" clId="Web-{B682AE3B-BD73-DC7D-C614-C537CDD444C1}" dt="2026-05-17T01:02:57.530" v="369" actId="20577"/>
          <ac:spMkLst>
            <pc:docMk/>
            <pc:sldMk cId="1893777831" sldId="268"/>
            <ac:spMk id="2" creationId="{E96B0682-87E1-A676-2EF0-596F27718813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32:53.672" v="151"/>
          <ac:spMkLst>
            <pc:docMk/>
            <pc:sldMk cId="1893777831" sldId="268"/>
            <ac:spMk id="3" creationId="{9FC1761C-D40A-07B7-DCC6-CD1876663824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33:30.813" v="163" actId="1076"/>
          <ac:picMkLst>
            <pc:docMk/>
            <pc:sldMk cId="1893777831" sldId="268"/>
            <ac:picMk id="4" creationId="{BBC66015-BEA6-F1F3-9B32-C522FC3AEC12}"/>
          </ac:picMkLst>
        </pc:picChg>
        <pc:picChg chg="add del mod">
          <ac:chgData name="Sheriff, Muqaddam Aaqil" userId="S::msheriff@miners.utep.edu::aff0f2eb-ce29-43af-9dd9-8026467a032b" providerId="AD" clId="Web-{B682AE3B-BD73-DC7D-C614-C537CDD444C1}" dt="2026-05-17T00:33:13.016" v="154"/>
          <ac:picMkLst>
            <pc:docMk/>
            <pc:sldMk cId="1893777831" sldId="268"/>
            <ac:picMk id="5" creationId="{1D927ADD-878F-7F70-A5C6-8BAE199D6191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0:33:33.859" v="164" actId="1076"/>
          <ac:picMkLst>
            <pc:docMk/>
            <pc:sldMk cId="1893777831" sldId="268"/>
            <ac:picMk id="6" creationId="{A137EC22-2216-B7BE-074A-DED766AB95C7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3:02.811" v="372" actId="20577"/>
        <pc:sldMkLst>
          <pc:docMk/>
          <pc:sldMk cId="185158351" sldId="269"/>
        </pc:sldMkLst>
        <pc:spChg chg="mod">
          <ac:chgData name="Sheriff, Muqaddam Aaqil" userId="S::msheriff@miners.utep.edu::aff0f2eb-ce29-43af-9dd9-8026467a032b" providerId="AD" clId="Web-{B682AE3B-BD73-DC7D-C614-C537CDD444C1}" dt="2026-05-17T01:03:02.811" v="372" actId="20577"/>
          <ac:spMkLst>
            <pc:docMk/>
            <pc:sldMk cId="185158351" sldId="269"/>
            <ac:spMk id="2" creationId="{5D218DC3-8E19-5DA3-DAD1-05BB9898BED5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33:49.109" v="166"/>
          <ac:spMkLst>
            <pc:docMk/>
            <pc:sldMk cId="185158351" sldId="269"/>
            <ac:spMk id="3" creationId="{C5151CAA-5A8A-DA13-F5E6-27B530BCC3CA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33:51.563" v="167" actId="1076"/>
          <ac:picMkLst>
            <pc:docMk/>
            <pc:sldMk cId="185158351" sldId="269"/>
            <ac:picMk id="4" creationId="{E9D4AA86-368D-1E55-A40F-FEC0B7A6216C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0:46:25.033" v="274" actId="20577"/>
        <pc:sldMkLst>
          <pc:docMk/>
          <pc:sldMk cId="3016249366" sldId="270"/>
        </pc:sldMkLst>
        <pc:spChg chg="mod">
          <ac:chgData name="Sheriff, Muqaddam Aaqil" userId="S::msheriff@miners.utep.edu::aff0f2eb-ce29-43af-9dd9-8026467a032b" providerId="AD" clId="Web-{B682AE3B-BD73-DC7D-C614-C537CDD444C1}" dt="2026-05-17T00:46:25.033" v="274" actId="20577"/>
          <ac:spMkLst>
            <pc:docMk/>
            <pc:sldMk cId="3016249366" sldId="270"/>
            <ac:spMk id="2" creationId="{F678D75B-6CFC-12A9-2B81-19C6828B5B24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41:44.188" v="204"/>
          <ac:spMkLst>
            <pc:docMk/>
            <pc:sldMk cId="3016249366" sldId="270"/>
            <ac:spMk id="3" creationId="{9D382549-A25C-99E6-4BF4-02DF14625F27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41:46.173" v="205" actId="1076"/>
          <ac:picMkLst>
            <pc:docMk/>
            <pc:sldMk cId="3016249366" sldId="270"/>
            <ac:picMk id="4" creationId="{445AF668-B815-1728-FB57-7B1803265E6C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0:42:04.782" v="210" actId="1076"/>
          <ac:picMkLst>
            <pc:docMk/>
            <pc:sldMk cId="3016249366" sldId="270"/>
            <ac:picMk id="5" creationId="{EFD88617-7797-7D23-8AD8-5F8413840BA3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0:46:15.689" v="271" actId="20577"/>
        <pc:sldMkLst>
          <pc:docMk/>
          <pc:sldMk cId="3544150464" sldId="271"/>
        </pc:sldMkLst>
        <pc:spChg chg="mod">
          <ac:chgData name="Sheriff, Muqaddam Aaqil" userId="S::msheriff@miners.utep.edu::aff0f2eb-ce29-43af-9dd9-8026467a032b" providerId="AD" clId="Web-{B682AE3B-BD73-DC7D-C614-C537CDD444C1}" dt="2026-05-17T00:46:15.689" v="271" actId="20577"/>
          <ac:spMkLst>
            <pc:docMk/>
            <pc:sldMk cId="3544150464" sldId="271"/>
            <ac:spMk id="2" creationId="{894AA3DD-B4B4-6355-5E16-B641F2816BFB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42:18.860" v="212"/>
          <ac:spMkLst>
            <pc:docMk/>
            <pc:sldMk cId="3544150464" sldId="271"/>
            <ac:spMk id="3" creationId="{EEBD1009-B9DE-37CE-45B4-009A8FA910C4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42:18.860" v="212"/>
          <ac:picMkLst>
            <pc:docMk/>
            <pc:sldMk cId="3544150464" sldId="271"/>
            <ac:picMk id="4" creationId="{F8113BAD-FB88-3F9E-2BC2-06B942198B1B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0:46:00.798" v="264" actId="20577"/>
        <pc:sldMkLst>
          <pc:docMk/>
          <pc:sldMk cId="174969546" sldId="272"/>
        </pc:sldMkLst>
        <pc:spChg chg="mod">
          <ac:chgData name="Sheriff, Muqaddam Aaqil" userId="S::msheriff@miners.utep.edu::aff0f2eb-ce29-43af-9dd9-8026467a032b" providerId="AD" clId="Web-{B682AE3B-BD73-DC7D-C614-C537CDD444C1}" dt="2026-05-17T00:46:00.798" v="264" actId="20577"/>
          <ac:spMkLst>
            <pc:docMk/>
            <pc:sldMk cId="174969546" sldId="272"/>
            <ac:spMk id="2" creationId="{A0AFA315-F616-4895-7106-76EBC644E38D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43:23.611" v="225"/>
          <ac:spMkLst>
            <pc:docMk/>
            <pc:sldMk cId="174969546" sldId="272"/>
            <ac:spMk id="3" creationId="{E5241BC7-BE9B-F064-0AA6-344060ACF93E}"/>
          </ac:spMkLst>
        </pc:spChg>
        <pc:spChg chg="add del mod">
          <ac:chgData name="Sheriff, Muqaddam Aaqil" userId="S::msheriff@miners.utep.edu::aff0f2eb-ce29-43af-9dd9-8026467a032b" providerId="AD" clId="Web-{B682AE3B-BD73-DC7D-C614-C537CDD444C1}" dt="2026-05-17T00:43:04.439" v="223"/>
          <ac:spMkLst>
            <pc:docMk/>
            <pc:sldMk cId="174969546" sldId="272"/>
            <ac:spMk id="4" creationId="{9E4EA6B8-1631-6C2F-FD8F-EFBE4D821117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44:16.564" v="240" actId="1076"/>
          <ac:picMkLst>
            <pc:docMk/>
            <pc:sldMk cId="174969546" sldId="272"/>
            <ac:picMk id="5" creationId="{D37BE95A-1735-4156-4F96-1658D85A4061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0:44:33.283" v="242" actId="14100"/>
          <ac:picMkLst>
            <pc:docMk/>
            <pc:sldMk cId="174969546" sldId="272"/>
            <ac:picMk id="6" creationId="{6191E983-A435-91E8-8FFC-52CD94FDFB7D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0:45:54.283" v="262" actId="20577"/>
        <pc:sldMkLst>
          <pc:docMk/>
          <pc:sldMk cId="1172734409" sldId="273"/>
        </pc:sldMkLst>
        <pc:spChg chg="mod">
          <ac:chgData name="Sheriff, Muqaddam Aaqil" userId="S::msheriff@miners.utep.edu::aff0f2eb-ce29-43af-9dd9-8026467a032b" providerId="AD" clId="Web-{B682AE3B-BD73-DC7D-C614-C537CDD444C1}" dt="2026-05-17T00:45:54.283" v="262" actId="20577"/>
          <ac:spMkLst>
            <pc:docMk/>
            <pc:sldMk cId="1172734409" sldId="273"/>
            <ac:spMk id="2" creationId="{2D120169-E756-5026-6E87-F7DE1FA45836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44:58.001" v="247"/>
          <ac:spMkLst>
            <pc:docMk/>
            <pc:sldMk cId="1172734409" sldId="273"/>
            <ac:spMk id="3" creationId="{12CAFC8B-1CEA-4710-C20E-8CA1BFCEB51B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45:11.720" v="251" actId="1076"/>
          <ac:picMkLst>
            <pc:docMk/>
            <pc:sldMk cId="1172734409" sldId="273"/>
            <ac:picMk id="4" creationId="{171B3531-0980-B67D-F3CD-71829D29350D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0:45:21.955" v="255" actId="1076"/>
          <ac:picMkLst>
            <pc:docMk/>
            <pc:sldMk cId="1172734409" sldId="273"/>
            <ac:picMk id="5" creationId="{6CED3C38-CF46-9007-C1B2-94EFA086DA6A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0:45:47.345" v="260" actId="1076"/>
        <pc:sldMkLst>
          <pc:docMk/>
          <pc:sldMk cId="3393679817" sldId="274"/>
        </pc:sldMkLst>
        <pc:spChg chg="mod">
          <ac:chgData name="Sheriff, Muqaddam Aaqil" userId="S::msheriff@miners.utep.edu::aff0f2eb-ce29-43af-9dd9-8026467a032b" providerId="AD" clId="Web-{B682AE3B-BD73-DC7D-C614-C537CDD444C1}" dt="2026-05-17T00:45:35.439" v="258" actId="20577"/>
          <ac:spMkLst>
            <pc:docMk/>
            <pc:sldMk cId="3393679817" sldId="274"/>
            <ac:spMk id="2" creationId="{5F07242D-ED1D-3C12-634A-C9365A391C51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45:45.923" v="259"/>
          <ac:spMkLst>
            <pc:docMk/>
            <pc:sldMk cId="3393679817" sldId="274"/>
            <ac:spMk id="3" creationId="{9F86A6E2-0A46-C527-AF83-ED99BC4DB21E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45:47.345" v="260" actId="1076"/>
          <ac:picMkLst>
            <pc:docMk/>
            <pc:sldMk cId="3393679817" sldId="274"/>
            <ac:picMk id="4" creationId="{672F7F00-744D-AB90-A8A0-AC296EBBAE74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0:52:11.917" v="306" actId="14100"/>
        <pc:sldMkLst>
          <pc:docMk/>
          <pc:sldMk cId="1910723341" sldId="275"/>
        </pc:sldMkLst>
        <pc:spChg chg="mod">
          <ac:chgData name="Sheriff, Muqaddam Aaqil" userId="S::msheriff@miners.utep.edu::aff0f2eb-ce29-43af-9dd9-8026467a032b" providerId="AD" clId="Web-{B682AE3B-BD73-DC7D-C614-C537CDD444C1}" dt="2026-05-17T00:51:15.226" v="292" actId="20577"/>
          <ac:spMkLst>
            <pc:docMk/>
            <pc:sldMk cId="1910723341" sldId="275"/>
            <ac:spMk id="2" creationId="{243091CA-1B5B-0F09-DC2B-F9C77FDD408F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51:30.214" v="293"/>
          <ac:spMkLst>
            <pc:docMk/>
            <pc:sldMk cId="1910723341" sldId="275"/>
            <ac:spMk id="3" creationId="{46D841D9-A17C-2097-B2FC-5DF30B4C3AC9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51:48.105" v="300" actId="1076"/>
          <ac:picMkLst>
            <pc:docMk/>
            <pc:sldMk cId="1910723341" sldId="275"/>
            <ac:picMk id="4" creationId="{B9B818A9-AE58-A3E8-787D-7259DA207EAB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0:52:11.917" v="306" actId="14100"/>
          <ac:picMkLst>
            <pc:docMk/>
            <pc:sldMk cId="1910723341" sldId="275"/>
            <ac:picMk id="5" creationId="{FA88E807-0FA2-086F-522C-B74242C135D1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0:53:09.339" v="321" actId="1076"/>
        <pc:sldMkLst>
          <pc:docMk/>
          <pc:sldMk cId="2253840904" sldId="276"/>
        </pc:sldMkLst>
        <pc:spChg chg="mod">
          <ac:chgData name="Sheriff, Muqaddam Aaqil" userId="S::msheriff@miners.utep.edu::aff0f2eb-ce29-43af-9dd9-8026467a032b" providerId="AD" clId="Web-{B682AE3B-BD73-DC7D-C614-C537CDD444C1}" dt="2026-05-17T00:52:24.183" v="309" actId="20577"/>
          <ac:spMkLst>
            <pc:docMk/>
            <pc:sldMk cId="2253840904" sldId="276"/>
            <ac:spMk id="2" creationId="{BC1433F5-C1B6-AA49-C2D0-54325A560E02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52:34.792" v="310"/>
          <ac:spMkLst>
            <pc:docMk/>
            <pc:sldMk cId="2253840904" sldId="276"/>
            <ac:spMk id="3" creationId="{88F5CD35-B8E8-EFB0-FA92-9B7017F40DA2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53:09.339" v="321" actId="1076"/>
          <ac:picMkLst>
            <pc:docMk/>
            <pc:sldMk cId="2253840904" sldId="276"/>
            <ac:picMk id="4" creationId="{A04B9E0D-EF57-6E9D-133B-EB3830C397B7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0:53:04.761" v="320" actId="1076"/>
          <ac:picMkLst>
            <pc:docMk/>
            <pc:sldMk cId="2253840904" sldId="276"/>
            <ac:picMk id="5" creationId="{582A8CD8-C2DB-B9EB-F012-C7EAF24FC3D0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0:53:35.636" v="325" actId="1076"/>
        <pc:sldMkLst>
          <pc:docMk/>
          <pc:sldMk cId="3883140650" sldId="277"/>
        </pc:sldMkLst>
        <pc:spChg chg="mod">
          <ac:chgData name="Sheriff, Muqaddam Aaqil" userId="S::msheriff@miners.utep.edu::aff0f2eb-ce29-43af-9dd9-8026467a032b" providerId="AD" clId="Web-{B682AE3B-BD73-DC7D-C614-C537CDD444C1}" dt="2026-05-17T00:53:19.277" v="323" actId="20577"/>
          <ac:spMkLst>
            <pc:docMk/>
            <pc:sldMk cId="3883140650" sldId="277"/>
            <ac:spMk id="2" creationId="{5D0B208E-C5B5-A793-316E-100622791BA9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0:53:34.011" v="324"/>
          <ac:spMkLst>
            <pc:docMk/>
            <pc:sldMk cId="3883140650" sldId="277"/>
            <ac:spMk id="3" creationId="{B0F025CB-454C-5C1F-71F1-1AA2BF4AFC55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0:53:35.636" v="325" actId="1076"/>
          <ac:picMkLst>
            <pc:docMk/>
            <pc:sldMk cId="3883140650" sldId="277"/>
            <ac:picMk id="4" creationId="{9D250813-0010-E420-0B27-3ADCFD70FC85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0:46.873" v="347" actId="1076"/>
        <pc:sldMkLst>
          <pc:docMk/>
          <pc:sldMk cId="3132889364" sldId="278"/>
        </pc:sldMkLst>
        <pc:spChg chg="mod">
          <ac:chgData name="Sheriff, Muqaddam Aaqil" userId="S::msheriff@miners.utep.edu::aff0f2eb-ce29-43af-9dd9-8026467a032b" providerId="AD" clId="Web-{B682AE3B-BD73-DC7D-C614-C537CDD444C1}" dt="2026-05-17T00:53:57.839" v="328" actId="20577"/>
          <ac:spMkLst>
            <pc:docMk/>
            <pc:sldMk cId="3132889364" sldId="278"/>
            <ac:spMk id="2" creationId="{F506ABB2-3571-99F1-0F18-5D7CC511F46C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0:00.233" v="337"/>
          <ac:spMkLst>
            <pc:docMk/>
            <pc:sldMk cId="3132889364" sldId="278"/>
            <ac:spMk id="3" creationId="{DB4439F8-B6CC-65FA-2147-C2647CF603BF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0:46.873" v="347" actId="1076"/>
          <ac:picMkLst>
            <pc:docMk/>
            <pc:sldMk cId="3132889364" sldId="278"/>
            <ac:picMk id="4" creationId="{6C45F7CD-4543-E235-EA0A-2477A842BC6F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1:00:40.764" v="345" actId="1076"/>
          <ac:picMkLst>
            <pc:docMk/>
            <pc:sldMk cId="3132889364" sldId="278"/>
            <ac:picMk id="5" creationId="{B5DE1ABB-2134-AA47-22E6-573A8CE57F17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1:23.717" v="354" actId="1076"/>
        <pc:sldMkLst>
          <pc:docMk/>
          <pc:sldMk cId="282914366" sldId="279"/>
        </pc:sldMkLst>
        <pc:spChg chg="mod">
          <ac:chgData name="Sheriff, Muqaddam Aaqil" userId="S::msheriff@miners.utep.edu::aff0f2eb-ce29-43af-9dd9-8026467a032b" providerId="AD" clId="Web-{B682AE3B-BD73-DC7D-C614-C537CDD444C1}" dt="2026-05-17T00:54:06.480" v="334" actId="20577"/>
          <ac:spMkLst>
            <pc:docMk/>
            <pc:sldMk cId="282914366" sldId="279"/>
            <ac:spMk id="2" creationId="{052F9227-8BE2-B00B-F4AA-712108658758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0:57.951" v="348"/>
          <ac:spMkLst>
            <pc:docMk/>
            <pc:sldMk cId="282914366" sldId="279"/>
            <ac:spMk id="3" creationId="{B118D378-FB01-3FC1-F3B7-9E10BB8B3DC5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1:00.576" v="349" actId="1076"/>
          <ac:picMkLst>
            <pc:docMk/>
            <pc:sldMk cId="282914366" sldId="279"/>
            <ac:picMk id="4" creationId="{76A5D13E-614C-EC2D-4B3A-23C8AFEBF7A8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1:01:23.717" v="354" actId="1076"/>
          <ac:picMkLst>
            <pc:docMk/>
            <pc:sldMk cId="282914366" sldId="279"/>
            <ac:picMk id="5" creationId="{56971786-1F77-A4A0-F37E-5BBA3E897298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1:44.545" v="355"/>
        <pc:sldMkLst>
          <pc:docMk/>
          <pc:sldMk cId="2204898792" sldId="280"/>
        </pc:sldMkLst>
        <pc:spChg chg="mod">
          <ac:chgData name="Sheriff, Muqaddam Aaqil" userId="S::msheriff@miners.utep.edu::aff0f2eb-ce29-43af-9dd9-8026467a032b" providerId="AD" clId="Web-{B682AE3B-BD73-DC7D-C614-C537CDD444C1}" dt="2026-05-17T00:54:09.402" v="336" actId="20577"/>
          <ac:spMkLst>
            <pc:docMk/>
            <pc:sldMk cId="2204898792" sldId="280"/>
            <ac:spMk id="2" creationId="{F7FCEDA7-B786-701C-BCC9-E0212D7FC62C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1:44.545" v="355"/>
          <ac:spMkLst>
            <pc:docMk/>
            <pc:sldMk cId="2204898792" sldId="280"/>
            <ac:spMk id="3" creationId="{A08C2C65-4820-7209-A0FA-6A9C3F4A5D76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1:44.545" v="355"/>
          <ac:picMkLst>
            <pc:docMk/>
            <pc:sldMk cId="2204898792" sldId="280"/>
            <ac:picMk id="4" creationId="{916F0893-A990-40E2-C7D1-550FE477E376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3:54.467" v="382" actId="1076"/>
        <pc:sldMkLst>
          <pc:docMk/>
          <pc:sldMk cId="2618193393" sldId="281"/>
        </pc:sldMkLst>
        <pc:spChg chg="mod">
          <ac:chgData name="Sheriff, Muqaddam Aaqil" userId="S::msheriff@miners.utep.edu::aff0f2eb-ce29-43af-9dd9-8026467a032b" providerId="AD" clId="Web-{B682AE3B-BD73-DC7D-C614-C537CDD444C1}" dt="2026-05-17T01:02:30.436" v="357" actId="20577"/>
          <ac:spMkLst>
            <pc:docMk/>
            <pc:sldMk cId="2618193393" sldId="281"/>
            <ac:spMk id="2" creationId="{4D48D532-E5F9-3259-69B0-8158E4156759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3:25.217" v="373"/>
          <ac:spMkLst>
            <pc:docMk/>
            <pc:sldMk cId="2618193393" sldId="281"/>
            <ac:spMk id="3" creationId="{5B8A8946-7129-F34F-1801-509F224AD84E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3:54.467" v="382" actId="1076"/>
          <ac:picMkLst>
            <pc:docMk/>
            <pc:sldMk cId="2618193393" sldId="281"/>
            <ac:picMk id="4" creationId="{E04B4E22-9C4D-5427-A589-E098075A1C8A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1:03:51.311" v="381" actId="1076"/>
          <ac:picMkLst>
            <pc:docMk/>
            <pc:sldMk cId="2618193393" sldId="281"/>
            <ac:picMk id="5" creationId="{64EB3E2B-67DA-781C-1B75-059E6C0BA86F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4:39.499" v="392" actId="1076"/>
        <pc:sldMkLst>
          <pc:docMk/>
          <pc:sldMk cId="498926875" sldId="282"/>
        </pc:sldMkLst>
        <pc:spChg chg="mod">
          <ac:chgData name="Sheriff, Muqaddam Aaqil" userId="S::msheriff@miners.utep.edu::aff0f2eb-ce29-43af-9dd9-8026467a032b" providerId="AD" clId="Web-{B682AE3B-BD73-DC7D-C614-C537CDD444C1}" dt="2026-05-17T01:04:03.311" v="384" actId="20577"/>
          <ac:spMkLst>
            <pc:docMk/>
            <pc:sldMk cId="498926875" sldId="282"/>
            <ac:spMk id="2" creationId="{3198A4BF-F2C2-5FEB-4F93-CA8811154E5B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4:10.936" v="385"/>
          <ac:spMkLst>
            <pc:docMk/>
            <pc:sldMk cId="498926875" sldId="282"/>
            <ac:spMk id="3" creationId="{346F4DA5-1E44-3BE4-07D7-B0BCEFCA2421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4:12.249" v="386" actId="1076"/>
          <ac:picMkLst>
            <pc:docMk/>
            <pc:sldMk cId="498926875" sldId="282"/>
            <ac:picMk id="4" creationId="{0F9A9576-29F3-FCD1-857D-FD3C3BF11660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1:04:39.499" v="392" actId="1076"/>
          <ac:picMkLst>
            <pc:docMk/>
            <pc:sldMk cId="498926875" sldId="282"/>
            <ac:picMk id="5" creationId="{0351595A-EE88-C68E-0AE5-8C09930C3C5D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4:57.764" v="397" actId="1076"/>
        <pc:sldMkLst>
          <pc:docMk/>
          <pc:sldMk cId="2824383132" sldId="283"/>
        </pc:sldMkLst>
        <pc:spChg chg="mod">
          <ac:chgData name="Sheriff, Muqaddam Aaqil" userId="S::msheriff@miners.utep.edu::aff0f2eb-ce29-43af-9dd9-8026467a032b" providerId="AD" clId="Web-{B682AE3B-BD73-DC7D-C614-C537CDD444C1}" dt="2026-05-17T01:04:48.061" v="395" actId="20577"/>
          <ac:spMkLst>
            <pc:docMk/>
            <pc:sldMk cId="2824383132" sldId="283"/>
            <ac:spMk id="2" creationId="{A9CC1CCD-CEB1-04AE-AC5E-D7B658BD9378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4:56.858" v="396"/>
          <ac:spMkLst>
            <pc:docMk/>
            <pc:sldMk cId="2824383132" sldId="283"/>
            <ac:spMk id="3" creationId="{4AE953F6-4C06-A2E2-B277-B62EB11595D6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4:57.764" v="397" actId="1076"/>
          <ac:picMkLst>
            <pc:docMk/>
            <pc:sldMk cId="2824383132" sldId="283"/>
            <ac:picMk id="4" creationId="{725F4265-D5FB-6CB8-6AEE-13AD50B4329D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6:15.765" v="421" actId="1076"/>
        <pc:sldMkLst>
          <pc:docMk/>
          <pc:sldMk cId="2175051443" sldId="284"/>
        </pc:sldMkLst>
        <pc:spChg chg="mod">
          <ac:chgData name="Sheriff, Muqaddam Aaqil" userId="S::msheriff@miners.utep.edu::aff0f2eb-ce29-43af-9dd9-8026467a032b" providerId="AD" clId="Web-{B682AE3B-BD73-DC7D-C614-C537CDD444C1}" dt="2026-05-17T01:05:21.390" v="406" actId="20577"/>
          <ac:spMkLst>
            <pc:docMk/>
            <pc:sldMk cId="2175051443" sldId="284"/>
            <ac:spMk id="2" creationId="{3CC5CF6F-0C0F-8CDE-FFAE-59BFB1BC8430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5:52.077" v="413"/>
          <ac:spMkLst>
            <pc:docMk/>
            <pc:sldMk cId="2175051443" sldId="284"/>
            <ac:spMk id="3" creationId="{90021266-617F-E576-863F-A5CE64BC5E11}"/>
          </ac:spMkLst>
        </pc:spChg>
        <pc:spChg chg="add del mod">
          <ac:chgData name="Sheriff, Muqaddam Aaqil" userId="S::msheriff@miners.utep.edu::aff0f2eb-ce29-43af-9dd9-8026467a032b" providerId="AD" clId="Web-{B682AE3B-BD73-DC7D-C614-C537CDD444C1}" dt="2026-05-17T01:05:14.140" v="404"/>
          <ac:spMkLst>
            <pc:docMk/>
            <pc:sldMk cId="2175051443" sldId="284"/>
            <ac:spMk id="4" creationId="{E3131C52-1E69-28A2-845B-16C9976E7ACF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6:15.765" v="421" actId="1076"/>
          <ac:picMkLst>
            <pc:docMk/>
            <pc:sldMk cId="2175051443" sldId="284"/>
            <ac:picMk id="5" creationId="{287D0D67-5DFF-2584-A7EA-68228C7390F7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1:06:13.327" v="420" actId="1076"/>
          <ac:picMkLst>
            <pc:docMk/>
            <pc:sldMk cId="2175051443" sldId="284"/>
            <ac:picMk id="6" creationId="{9339B223-82C0-3DF4-5989-468A2B835AD1}"/>
          </ac:picMkLst>
        </pc:picChg>
      </pc:sldChg>
      <pc:sldChg chg="addSp delSp modSp new">
        <pc:chgData name="Sheriff, Muqaddam Aaqil" userId="S::msheriff@miners.utep.edu::aff0f2eb-ce29-43af-9dd9-8026467a032b" providerId="AD" clId="Web-{B682AE3B-BD73-DC7D-C614-C537CDD444C1}" dt="2026-05-17T01:06:39.312" v="427" actId="1076"/>
        <pc:sldMkLst>
          <pc:docMk/>
          <pc:sldMk cId="1535542296" sldId="285"/>
        </pc:sldMkLst>
        <pc:spChg chg="mod">
          <ac:chgData name="Sheriff, Muqaddam Aaqil" userId="S::msheriff@miners.utep.edu::aff0f2eb-ce29-43af-9dd9-8026467a032b" providerId="AD" clId="Web-{B682AE3B-BD73-DC7D-C614-C537CDD444C1}" dt="2026-05-17T01:05:29.061" v="408" actId="20577"/>
          <ac:spMkLst>
            <pc:docMk/>
            <pc:sldMk cId="1535542296" sldId="285"/>
            <ac:spMk id="2" creationId="{E169705D-1294-1DC1-2082-39BFB34FDAFA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6:23.530" v="422"/>
          <ac:spMkLst>
            <pc:docMk/>
            <pc:sldMk cId="1535542296" sldId="285"/>
            <ac:spMk id="3" creationId="{5AFEA65E-2096-6F61-6249-A4C763719FD9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6:25.671" v="423" actId="1076"/>
          <ac:picMkLst>
            <pc:docMk/>
            <pc:sldMk cId="1535542296" sldId="285"/>
            <ac:picMk id="4" creationId="{28D88E73-B067-C0CC-754F-5FB7C375C144}"/>
          </ac:picMkLst>
        </pc:picChg>
        <pc:picChg chg="add mod">
          <ac:chgData name="Sheriff, Muqaddam Aaqil" userId="S::msheriff@miners.utep.edu::aff0f2eb-ce29-43af-9dd9-8026467a032b" providerId="AD" clId="Web-{B682AE3B-BD73-DC7D-C614-C537CDD444C1}" dt="2026-05-17T01:06:39.312" v="427" actId="1076"/>
          <ac:picMkLst>
            <pc:docMk/>
            <pc:sldMk cId="1535542296" sldId="285"/>
            <ac:picMk id="5" creationId="{A302413D-8D2C-97D7-2F7A-F2619A9DAE7C}"/>
          </ac:picMkLst>
        </pc:picChg>
      </pc:sldChg>
      <pc:sldChg chg="new del">
        <pc:chgData name="Sheriff, Muqaddam Aaqil" userId="S::msheriff@miners.utep.edu::aff0f2eb-ce29-43af-9dd9-8026467a032b" providerId="AD" clId="Web-{B682AE3B-BD73-DC7D-C614-C537CDD444C1}" dt="2026-05-17T01:07:04.062" v="431"/>
        <pc:sldMkLst>
          <pc:docMk/>
          <pc:sldMk cId="1224774807" sldId="286"/>
        </pc:sldMkLst>
      </pc:sldChg>
      <pc:sldChg chg="addSp delSp modSp new">
        <pc:chgData name="Sheriff, Muqaddam Aaqil" userId="S::msheriff@miners.utep.edu::aff0f2eb-ce29-43af-9dd9-8026467a032b" providerId="AD" clId="Web-{B682AE3B-BD73-DC7D-C614-C537CDD444C1}" dt="2026-05-17T01:06:55.078" v="429" actId="1076"/>
        <pc:sldMkLst>
          <pc:docMk/>
          <pc:sldMk cId="3081216120" sldId="287"/>
        </pc:sldMkLst>
        <pc:spChg chg="mod">
          <ac:chgData name="Sheriff, Muqaddam Aaqil" userId="S::msheriff@miners.utep.edu::aff0f2eb-ce29-43af-9dd9-8026467a032b" providerId="AD" clId="Web-{B682AE3B-BD73-DC7D-C614-C537CDD444C1}" dt="2026-05-17T01:05:33.952" v="412" actId="20577"/>
          <ac:spMkLst>
            <pc:docMk/>
            <pc:sldMk cId="3081216120" sldId="287"/>
            <ac:spMk id="2" creationId="{50D7CE82-8B46-FD6A-C26E-57C03A6A15CB}"/>
          </ac:spMkLst>
        </pc:spChg>
        <pc:spChg chg="del">
          <ac:chgData name="Sheriff, Muqaddam Aaqil" userId="S::msheriff@miners.utep.edu::aff0f2eb-ce29-43af-9dd9-8026467a032b" providerId="AD" clId="Web-{B682AE3B-BD73-DC7D-C614-C537CDD444C1}" dt="2026-05-17T01:06:54.281" v="428"/>
          <ac:spMkLst>
            <pc:docMk/>
            <pc:sldMk cId="3081216120" sldId="287"/>
            <ac:spMk id="3" creationId="{3623149A-4E3C-0473-D8F0-BE31FE1C0EAC}"/>
          </ac:spMkLst>
        </pc:spChg>
        <pc:picChg chg="add mod ord">
          <ac:chgData name="Sheriff, Muqaddam Aaqil" userId="S::msheriff@miners.utep.edu::aff0f2eb-ce29-43af-9dd9-8026467a032b" providerId="AD" clId="Web-{B682AE3B-BD73-DC7D-C614-C537CDD444C1}" dt="2026-05-17T01:06:55.078" v="429" actId="1076"/>
          <ac:picMkLst>
            <pc:docMk/>
            <pc:sldMk cId="3081216120" sldId="287"/>
            <ac:picMk id="4" creationId="{6F6995A7-0337-9938-CE84-2AEF77E8C6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11C25-AEAB-7596-E303-030022C9A7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>
                <a:solidFill>
                  <a:srgbClr val="242424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Improving Evaluation of Autonomous Cybersecurity Agents through Prompt and Execution Trace Analysis - AI Analysis</a:t>
            </a:r>
            <a:endParaRPr lang="en-US" sz="4400"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3D41F-FEAF-8A33-87D9-378E2BDE8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Muqaddam Aaqil Sheriff</a:t>
            </a:r>
          </a:p>
        </p:txBody>
      </p:sp>
    </p:spTree>
    <p:extLst>
      <p:ext uri="{BB962C8B-B14F-4D97-AF65-F5344CB8AC3E}">
        <p14:creationId xmlns:p14="http://schemas.microsoft.com/office/powerpoint/2010/main" val="212837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0AD8-3874-61E5-3FE5-88F11B889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Distinct Types of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A2DAC-2755-3270-AC4E-710996B8D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msf_run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msf_search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nmap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proxychains</a:t>
            </a:r>
            <a:endParaRPr lang="en-US" dirty="0" err="1"/>
          </a:p>
          <a:p>
            <a:r>
              <a:rPr lang="en-US">
                <a:ea typeface="+mn-lt"/>
                <a:cs typeface="+mn-lt"/>
              </a:rPr>
              <a:t>shell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44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008F-5E8C-4803-CD0C-F7551AF9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Total Run Time By Tool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BFE63B-3E64-8541-62CA-30749D1DB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308" y="2055271"/>
            <a:ext cx="6611470" cy="44218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2EA932-A0B6-C92E-CAAF-1F07A7EF5362}"/>
              </a:ext>
            </a:extLst>
          </p:cNvPr>
          <p:cNvSpPr txBox="1"/>
          <p:nvPr/>
        </p:nvSpPr>
        <p:spPr>
          <a:xfrm>
            <a:off x="7364081" y="2058042"/>
            <a:ext cx="407296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/>
              <a:t>Msf_run</a:t>
            </a:r>
            <a:r>
              <a:rPr lang="en-US" sz="2400" dirty="0"/>
              <a:t> tool the highest execution time – 12.34 mins</a:t>
            </a:r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Huge difference between </a:t>
            </a:r>
            <a:r>
              <a:rPr lang="en-US" sz="2400" dirty="0" err="1"/>
              <a:t>msf_run</a:t>
            </a:r>
            <a:r>
              <a:rPr lang="en-US" sz="2400" dirty="0"/>
              <a:t> and the other tools </a:t>
            </a:r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Last three have </a:t>
            </a:r>
            <a:r>
              <a:rPr lang="en-US" sz="2400"/>
              <a:t>similar runtimes 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666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3BDF-93C3-3379-14F2-0195BC53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Number of Tool </a:t>
            </a:r>
            <a:r>
              <a:rPr lang="en-US" sz="3600"/>
              <a:t>Calls</a:t>
            </a:r>
            <a:endParaRPr lang="en-US" sz="3600" dirty="0"/>
          </a:p>
        </p:txBody>
      </p:sp>
      <p:pic>
        <p:nvPicPr>
          <p:cNvPr id="4" name="Content Placeholder 3" descr="A graph of a number of tool calls&#10;&#10;AI-generated content may be incorrect.">
            <a:extLst>
              <a:ext uri="{FF2B5EF4-FFF2-40B4-BE49-F238E27FC236}">
                <a16:creationId xmlns:a16="http://schemas.microsoft.com/office/drawing/2014/main" id="{4E0647C8-9C36-3454-B21D-0BEE5CF24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412" y="2059293"/>
            <a:ext cx="6637020" cy="44293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4CED02-351E-9A64-866A-922640D3E22D}"/>
              </a:ext>
            </a:extLst>
          </p:cNvPr>
          <p:cNvSpPr txBox="1"/>
          <p:nvPr/>
        </p:nvSpPr>
        <p:spPr>
          <a:xfrm>
            <a:off x="7866529" y="25325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EC734-6312-1D57-3977-F8AE6FEFE08C}"/>
              </a:ext>
            </a:extLst>
          </p:cNvPr>
          <p:cNvSpPr txBox="1"/>
          <p:nvPr/>
        </p:nvSpPr>
        <p:spPr>
          <a:xfrm>
            <a:off x="7407088" y="2528794"/>
            <a:ext cx="4446494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 err="1"/>
              <a:t>Msf_run</a:t>
            </a:r>
            <a:r>
              <a:rPr lang="en-US" sz="2400" dirty="0"/>
              <a:t> has the highest number of calls 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Shell has the second highest number of calls but the total time taken was only 0.30 as compared to </a:t>
            </a:r>
            <a:r>
              <a:rPr lang="en-US" sz="2400" dirty="0" err="1"/>
              <a:t>msf</a:t>
            </a:r>
            <a:r>
              <a:rPr lang="en-US" sz="2400" dirty="0"/>
              <a:t> - (23 calls and 12.34 mins)</a:t>
            </a:r>
          </a:p>
        </p:txBody>
      </p:sp>
    </p:spTree>
    <p:extLst>
      <p:ext uri="{BB962C8B-B14F-4D97-AF65-F5344CB8AC3E}">
        <p14:creationId xmlns:p14="http://schemas.microsoft.com/office/powerpoint/2010/main" val="413249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6270-8431-921E-03BA-CF9DE81B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Process Execution Status</a:t>
            </a:r>
          </a:p>
        </p:txBody>
      </p:sp>
      <p:pic>
        <p:nvPicPr>
          <p:cNvPr id="7" name="Content Placeholder 6" descr="A graph of a bar graph&#10;&#10;AI-generated content may be incorrect.">
            <a:extLst>
              <a:ext uri="{FF2B5EF4-FFF2-40B4-BE49-F238E27FC236}">
                <a16:creationId xmlns:a16="http://schemas.microsoft.com/office/drawing/2014/main" id="{BA0C201B-9890-3A7D-3725-5D73B60C1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561" y="2233454"/>
            <a:ext cx="5407218" cy="44424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9F9E93-0DFC-B988-C630-E27F3E8A139C}"/>
              </a:ext>
            </a:extLst>
          </p:cNvPr>
          <p:cNvSpPr txBox="1"/>
          <p:nvPr/>
        </p:nvSpPr>
        <p:spPr>
          <a:xfrm>
            <a:off x="7007412" y="2461558"/>
            <a:ext cx="478267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Total number of successful processes – </a:t>
            </a:r>
            <a:r>
              <a:rPr lang="en-US" sz="2400"/>
              <a:t>41 (exit code = 0)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Total number of </a:t>
            </a:r>
            <a:r>
              <a:rPr lang="en-US" sz="2400"/>
              <a:t>unsuccessful</a:t>
            </a:r>
            <a:r>
              <a:rPr lang="en-US" sz="2400" dirty="0"/>
              <a:t> processes – </a:t>
            </a:r>
            <a:r>
              <a:rPr lang="en-US" sz="2400"/>
              <a:t>14 (exit code != 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34910-6C27-E4D6-04A4-1451E67DEE49}"/>
              </a:ext>
            </a:extLst>
          </p:cNvPr>
          <p:cNvSpPr txBox="1"/>
          <p:nvPr/>
        </p:nvSpPr>
        <p:spPr>
          <a:xfrm>
            <a:off x="6858000" y="6028764"/>
            <a:ext cx="43568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This is  according t</a:t>
            </a:r>
            <a:r>
              <a:rPr lang="en-US" dirty="0"/>
              <a:t>o the AI – Reality shown in </a:t>
            </a:r>
            <a:r>
              <a:rPr lang="en-US"/>
              <a:t>next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32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6A22-360F-9EB5-6E42-B4258FD9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AI Inefficiency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2D7BF0-9FC0-F80A-6FF8-F150FCF16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2109490"/>
            <a:ext cx="6522720" cy="43779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5424A3-3637-F470-73E8-61AED0DFE395}"/>
              </a:ext>
            </a:extLst>
          </p:cNvPr>
          <p:cNvSpPr txBox="1"/>
          <p:nvPr/>
        </p:nvSpPr>
        <p:spPr>
          <a:xfrm>
            <a:off x="7014881" y="2185146"/>
            <a:ext cx="495449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In reality according to the output there were 24 failed processes.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Among the 24, 19 of them had exit code = 0 (</a:t>
            </a:r>
            <a:r>
              <a:rPr lang="en-US" sz="2400"/>
              <a:t>successful</a:t>
            </a:r>
            <a:r>
              <a:rPr lang="en-US" sz="2400" dirty="0"/>
              <a:t> processes) but </a:t>
            </a:r>
            <a:r>
              <a:rPr lang="en-US" sz="2400"/>
              <a:t>still showed error in output.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 Commands (</a:t>
            </a:r>
            <a:r>
              <a:rPr lang="en-US" sz="2400" dirty="0" err="1"/>
              <a:t>args</a:t>
            </a:r>
            <a:r>
              <a:rPr lang="en-US" sz="2400" dirty="0"/>
              <a:t> and tools) were repeated 16 times.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19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D1E0-D68E-FF39-FC7D-5C0522CD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Runtime - Inefficiency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184A8D-74F2-68AD-1076-335B75950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" y="2159997"/>
            <a:ext cx="6713220" cy="44293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826A7-6E45-64A6-CD79-ECB848E2255A}"/>
              </a:ext>
            </a:extLst>
          </p:cNvPr>
          <p:cNvSpPr txBox="1"/>
          <p:nvPr/>
        </p:nvSpPr>
        <p:spPr>
          <a:xfrm>
            <a:off x="7556499" y="2566147"/>
            <a:ext cx="413272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In total it took 16.64 mins was spent on false </a:t>
            </a:r>
            <a:r>
              <a:rPr lang="en-US" sz="2400"/>
              <a:t>completion (19 calls in  previous slide - 6)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 total it took 15.65 minutes in repeating the commands (</a:t>
            </a:r>
            <a:r>
              <a:rPr lang="en-US" sz="2400" dirty="0" err="1"/>
              <a:t>args</a:t>
            </a:r>
            <a:r>
              <a:rPr lang="en-US" sz="2400" dirty="0"/>
              <a:t> and tools) - (16 calls in previous slide - 6)</a:t>
            </a:r>
          </a:p>
        </p:txBody>
      </p:sp>
    </p:spTree>
    <p:extLst>
      <p:ext uri="{BB962C8B-B14F-4D97-AF65-F5344CB8AC3E}">
        <p14:creationId xmlns:p14="http://schemas.microsoft.com/office/powerpoint/2010/main" val="397392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846E-7FB3-B8C1-7BFC-ED36D9D6C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Analysis With new datasets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73AB7-8CA3-9BCD-CC49-9F3CFBC9C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acosta_kali_mcp_run_2026-04-29_12-44-17_native</a:t>
            </a:r>
          </a:p>
          <a:p>
            <a:r>
              <a:rPr lang="en-US">
                <a:ea typeface="+mn-lt"/>
                <a:cs typeface="+mn-lt"/>
              </a:rPr>
              <a:t>acosta_kali_mcp_run_2026-04-29_13-22-59_native</a:t>
            </a:r>
          </a:p>
          <a:p>
            <a:r>
              <a:rPr lang="en-US">
                <a:ea typeface="+mn-lt"/>
                <a:cs typeface="+mn-lt"/>
              </a:rPr>
              <a:t>acosta_kali_mcp_run_2026-04-29_13-22-59_native-v2</a:t>
            </a:r>
          </a:p>
          <a:p>
            <a:r>
              <a:rPr lang="en-US">
                <a:ea typeface="+mn-lt"/>
                <a:cs typeface="+mn-lt"/>
              </a:rPr>
              <a:t>arpspoof-agentflow_run_2026-05-05_00-46-12_native</a:t>
            </a:r>
          </a:p>
          <a:p>
            <a:r>
              <a:rPr lang="en-US">
                <a:ea typeface="+mn-lt"/>
                <a:cs typeface="+mn-lt"/>
              </a:rPr>
              <a:t>pivot-web-acosta_kali_mcp_run_2026-04-30_11-04-47_native</a:t>
            </a:r>
          </a:p>
          <a:p>
            <a:r>
              <a:rPr lang="en-US">
                <a:ea typeface="+mn-lt"/>
                <a:cs typeface="+mn-lt"/>
              </a:rPr>
              <a:t>rh-agentflow_run_2026-05-02_11-04-13_native</a:t>
            </a:r>
          </a:p>
          <a:p>
            <a:r>
              <a:rPr lang="en-US">
                <a:ea typeface="+mn-lt"/>
                <a:cs typeface="+mn-lt"/>
              </a:rPr>
              <a:t>shellshock-agentflow_run_2026-05-03_23-26-45_native</a:t>
            </a:r>
          </a:p>
          <a:p>
            <a:r>
              <a:rPr lang="en-US">
                <a:ea typeface="+mn-lt"/>
                <a:cs typeface="+mn-lt"/>
              </a:rPr>
              <a:t>webmin-agentflow_run_2026-05-06_13-20-17_native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026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995B-6697-FC88-47CC-E309C2AF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dirty="0"/>
            </a:br>
            <a:r>
              <a:rPr lang="en-US" sz="3600"/>
              <a:t>All Tasks Combined </a:t>
            </a: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C55B95-BBE2-4106-ED48-EB7495B2F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3" y="2015049"/>
            <a:ext cx="5798858" cy="4513602"/>
          </a:xfrm>
          <a:prstGeom prst="rect">
            <a:avLst/>
          </a:prstGeom>
        </p:spPr>
      </p:pic>
      <p:pic>
        <p:nvPicPr>
          <p:cNvPr id="5" name="Picture 4" descr="A graph of number of call calls&#10;&#10;AI-generated content may be incorrect.">
            <a:extLst>
              <a:ext uri="{FF2B5EF4-FFF2-40B4-BE49-F238E27FC236}">
                <a16:creationId xmlns:a16="http://schemas.microsoft.com/office/drawing/2014/main" id="{1FFCA1A7-56F7-3DE2-FC8A-323DB5168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301" y="1929926"/>
            <a:ext cx="5891155" cy="46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34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0682-87E1-A676-2EF0-596F2771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All Tasks Combined </a:t>
            </a:r>
          </a:p>
        </p:txBody>
      </p:sp>
      <p:pic>
        <p:nvPicPr>
          <p:cNvPr id="4" name="Content Placeholder 3" descr="A graph of process error&#10;&#10;AI-generated content may be incorrect.">
            <a:extLst>
              <a:ext uri="{FF2B5EF4-FFF2-40B4-BE49-F238E27FC236}">
                <a16:creationId xmlns:a16="http://schemas.microsoft.com/office/drawing/2014/main" id="{BBC66015-BEA6-F1F3-9B32-C522FC3AE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884" y="1713210"/>
            <a:ext cx="5003358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37EC22-2216-B7BE-074A-DED766AB9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488" y="1727835"/>
            <a:ext cx="6128385" cy="410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7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8DC3-8E19-5DA3-DAD1-05BB9898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All Tasks</a:t>
            </a:r>
            <a:r>
              <a:rPr lang="en-US" sz="3600"/>
              <a:t> Combined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D4AA86-368D-1E55-A40F-FEC0B7A62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992357"/>
            <a:ext cx="6096000" cy="40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8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DA13-507B-0EB4-0F1B-93D54144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dirty="0">
                <a:latin typeface="Aptos"/>
              </a:rPr>
            </a:br>
            <a:r>
              <a:rPr lang="en-US" sz="3600" dirty="0">
                <a:latin typeface="Aptos"/>
              </a:rPr>
              <a:t>Combination of first three files:  </a:t>
            </a:r>
            <a:r>
              <a:rPr lang="en-US" sz="3600" dirty="0" err="1">
                <a:latin typeface="Aptos"/>
              </a:rPr>
              <a:t>acosta_kali_mcp_run</a:t>
            </a:r>
          </a:p>
          <a:p>
            <a:pPr marL="228600" indent="-228600">
              <a:spcBef>
                <a:spcPts val="1000"/>
              </a:spcBef>
            </a:pPr>
            <a:endParaRPr lang="en-US" sz="2800" dirty="0">
              <a:latin typeface="Aptos"/>
            </a:endParaRPr>
          </a:p>
        </p:txBody>
      </p:sp>
      <p:pic>
        <p:nvPicPr>
          <p:cNvPr id="4" name="Content Placeholder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CD297CF6-3D3D-6D39-1486-8E53C710F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12" y="1592542"/>
            <a:ext cx="6234086" cy="3560276"/>
          </a:xfrm>
          <a:prstGeom prst="rect">
            <a:avLst/>
          </a:prstGeom>
        </p:spPr>
      </p:pic>
      <p:pic>
        <p:nvPicPr>
          <p:cNvPr id="5" name="Picture 4" descr="A graph of number of call calls&#10;&#10;AI-generated content may be incorrect.">
            <a:extLst>
              <a:ext uri="{FF2B5EF4-FFF2-40B4-BE49-F238E27FC236}">
                <a16:creationId xmlns:a16="http://schemas.microsoft.com/office/drawing/2014/main" id="{3C9B4EC8-4929-CFAE-6DDA-B2AA7C0CB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70" y="3359567"/>
            <a:ext cx="6104570" cy="340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7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D75B-6CFC-12A9-2B81-19C6828B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dirty="0">
                <a:latin typeface="Aptos"/>
              </a:rPr>
            </a:br>
            <a:br>
              <a:rPr lang="en-US" sz="3600" dirty="0">
                <a:latin typeface="Aptos"/>
              </a:rPr>
            </a:br>
            <a:r>
              <a:rPr lang="en-US" sz="3600" dirty="0">
                <a:latin typeface="Aptos"/>
              </a:rPr>
              <a:t>Combination of first three files:  </a:t>
            </a:r>
            <a:r>
              <a:rPr lang="en-US" sz="3600" dirty="0" err="1">
                <a:latin typeface="Aptos"/>
              </a:rPr>
              <a:t>acosta_kali_mcp_run</a:t>
            </a:r>
          </a:p>
          <a:p>
            <a:endParaRPr lang="en-US" sz="2800" dirty="0">
              <a:latin typeface="Aptos"/>
            </a:endParaRPr>
          </a:p>
          <a:p>
            <a:endParaRPr lang="en-US" dirty="0"/>
          </a:p>
        </p:txBody>
      </p:sp>
      <p:pic>
        <p:nvPicPr>
          <p:cNvPr id="4" name="Content Placeholder 3" descr="A graph of process error&#10;&#10;AI-generated content may be incorrect.">
            <a:extLst>
              <a:ext uri="{FF2B5EF4-FFF2-40B4-BE49-F238E27FC236}">
                <a16:creationId xmlns:a16="http://schemas.microsoft.com/office/drawing/2014/main" id="{445AF668-B815-1728-FB57-7B1803265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17" y="2086324"/>
            <a:ext cx="5003358" cy="4114800"/>
          </a:xfrm>
          <a:prstGeom prst="rect">
            <a:avLst/>
          </a:prstGeom>
        </p:spPr>
      </p:pic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EFD88617-7797-7D23-8AD8-5F841384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948" y="2146935"/>
            <a:ext cx="6006465" cy="400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49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A3DD-B4B4-6355-5E16-B641F2816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dirty="0">
                <a:latin typeface="Aptos"/>
              </a:rPr>
            </a:br>
            <a:r>
              <a:rPr lang="en-US" sz="3600" dirty="0">
                <a:latin typeface="Aptos"/>
              </a:rPr>
              <a:t>Combination of first three files:  </a:t>
            </a:r>
            <a:r>
              <a:rPr lang="en-US" sz="3600" dirty="0" err="1">
                <a:latin typeface="Aptos"/>
              </a:rPr>
              <a:t>acosta_kali_mcp_run</a:t>
            </a:r>
          </a:p>
          <a:p>
            <a:endParaRPr lang="en-US" dirty="0"/>
          </a:p>
        </p:txBody>
      </p:sp>
      <p:pic>
        <p:nvPicPr>
          <p:cNvPr id="4" name="Content Placeholder 3" descr="A graph of a number of inefficiencies&#10;&#10;AI-generated content may be incorrect.">
            <a:extLst>
              <a:ext uri="{FF2B5EF4-FFF2-40B4-BE49-F238E27FC236}">
                <a16:creationId xmlns:a16="http://schemas.microsoft.com/office/drawing/2014/main" id="{F8113BAD-FB88-3F9E-2BC2-06B942198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977117"/>
            <a:ext cx="6096000" cy="40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50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A315-F616-4895-7106-76EBC644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arpspoof-agentflow_run_2026-05-05_00-46-12_native</a:t>
            </a:r>
            <a:endParaRPr lang="en-US" sz="3600"/>
          </a:p>
        </p:txBody>
      </p:sp>
      <p:pic>
        <p:nvPicPr>
          <p:cNvPr id="5" name="Content Placeholder 4" descr="A graph with numbers and a purple line&#10;&#10;AI-generated content may be incorrect.">
            <a:extLst>
              <a:ext uri="{FF2B5EF4-FFF2-40B4-BE49-F238E27FC236}">
                <a16:creationId xmlns:a16="http://schemas.microsoft.com/office/drawing/2014/main" id="{D37BE95A-1735-4156-4F96-1658D85A4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440" y="1810661"/>
            <a:ext cx="5494020" cy="3108987"/>
          </a:xfrm>
          <a:prstGeom prst="rect">
            <a:avLst/>
          </a:prstGeom>
        </p:spPr>
      </p:pic>
      <p:pic>
        <p:nvPicPr>
          <p:cNvPr id="6" name="Picture 5" descr="A graph showing number of call calls&#10;&#10;AI-generated content may be incorrect.">
            <a:extLst>
              <a:ext uri="{FF2B5EF4-FFF2-40B4-BE49-F238E27FC236}">
                <a16:creationId xmlns:a16="http://schemas.microsoft.com/office/drawing/2014/main" id="{6191E983-A435-91E8-8FFC-52CD94FDF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917" y="3345180"/>
            <a:ext cx="5885727" cy="329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9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0169-E756-5026-6E87-F7DE1FA4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3600" dirty="0"/>
            </a:br>
            <a:r>
              <a:rPr lang="en-US" sz="3600"/>
              <a:t>arpspoof-agentflow_run_2026-05-05_00-46-12_native</a:t>
            </a: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1B3531-0980-B67D-F3CD-71829D293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74" y="2292349"/>
            <a:ext cx="5151052" cy="3787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ED3C38-CF46-9007-C1B2-94EFA086D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678" y="2009775"/>
            <a:ext cx="6120765" cy="407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34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242D-ED1D-3C12-634A-C9365A39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000"/>
              <a:t>arpspoof-agentflow_run_2026-05-05_00-46-12_native</a:t>
            </a:r>
            <a:endParaRPr lang="en-US" sz="4000" dirty="0"/>
          </a:p>
          <a:p>
            <a:endParaRPr lang="en-US" dirty="0"/>
          </a:p>
        </p:txBody>
      </p:sp>
      <p:pic>
        <p:nvPicPr>
          <p:cNvPr id="4" name="Content Placeholder 3" descr="A graph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672F7F00-744D-AB90-A8A0-AC296EBBA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2083939"/>
            <a:ext cx="6096000" cy="40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79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91CA-1B5B-0F09-DC2B-F9C77FDD4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dirty="0">
                <a:ea typeface="+mj-lt"/>
                <a:cs typeface="+mj-lt"/>
              </a:rPr>
            </a:br>
            <a:r>
              <a:rPr lang="en-US" sz="3600">
                <a:ea typeface="+mj-lt"/>
                <a:cs typeface="+mj-lt"/>
              </a:rPr>
              <a:t>pivot-web-acosta_kali_mcp_run_2026-04-30_11-04-47_native</a:t>
            </a:r>
            <a:endParaRPr lang="en-US" sz="3600"/>
          </a:p>
          <a:p>
            <a:endParaRPr lang="en-US" dirty="0"/>
          </a:p>
        </p:txBody>
      </p:sp>
      <p:pic>
        <p:nvPicPr>
          <p:cNvPr id="4" name="Content Placeholder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B9B818A9-AE58-A3E8-787D-7259DA207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889"/>
            <a:ext cx="5811141" cy="3303333"/>
          </a:xfrm>
          <a:prstGeom prst="rect">
            <a:avLst/>
          </a:prstGeom>
        </p:spPr>
      </p:pic>
      <p:pic>
        <p:nvPicPr>
          <p:cNvPr id="5" name="Picture 4" descr="A graph showing number of call calls&#10;&#10;AI-generated content may be incorrect.">
            <a:extLst>
              <a:ext uri="{FF2B5EF4-FFF2-40B4-BE49-F238E27FC236}">
                <a16:creationId xmlns:a16="http://schemas.microsoft.com/office/drawing/2014/main" id="{FA88E807-0FA2-086F-522C-B74242C13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084" y="3204672"/>
            <a:ext cx="5983291" cy="338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23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33F5-C1B6-AA49-C2D0-54325A56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pivot-web-acosta_kali_mcp_run_2026-04-30_11-04-47_native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4B9E0D-EF57-6E9D-133B-EB3830C39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50" y="2217715"/>
            <a:ext cx="5163087" cy="3824314"/>
          </a:xfrm>
          <a:prstGeom prst="rect">
            <a:avLst/>
          </a:prstGeom>
        </p:spPr>
      </p:pic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582A8CD8-C2DB-B9EB-F012-C7EAF24FC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235" y="1988196"/>
            <a:ext cx="6398717" cy="427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40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208E-C5B5-A793-316E-10062279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pivot-web-acosta_kali_mcp_run_2026-04-30_11-04-47_native</a:t>
            </a:r>
            <a:endParaRPr lang="en-US"/>
          </a:p>
        </p:txBody>
      </p:sp>
      <p:pic>
        <p:nvPicPr>
          <p:cNvPr id="4" name="Content Placeholder 3" descr="A graph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9D250813-0010-E420-0B27-3ADCFD70F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2055453"/>
            <a:ext cx="6096000" cy="40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40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ABB2-3571-99F1-0F18-5D7CC511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rh-agentflow_run_2026-05-02_11-04-13_native</a:t>
            </a:r>
            <a:endParaRPr lang="en-US" sz="3600"/>
          </a:p>
        </p:txBody>
      </p:sp>
      <p:pic>
        <p:nvPicPr>
          <p:cNvPr id="4" name="Content Placeholder 3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6C45F7CD-4543-E235-EA0A-2477A842B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66" y="1690889"/>
            <a:ext cx="5875234" cy="3317576"/>
          </a:xfrm>
          <a:prstGeom prst="rect">
            <a:avLst/>
          </a:prstGeom>
        </p:spPr>
      </p:pic>
      <p:pic>
        <p:nvPicPr>
          <p:cNvPr id="5" name="Picture 4" descr="A graph of a number of call calls&#10;&#10;AI-generated content may be incorrect.">
            <a:extLst>
              <a:ext uri="{FF2B5EF4-FFF2-40B4-BE49-F238E27FC236}">
                <a16:creationId xmlns:a16="http://schemas.microsoft.com/office/drawing/2014/main" id="{B5DE1ABB-2134-AA47-22E6-573A8CE57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421" y="2868182"/>
            <a:ext cx="5639087" cy="325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89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9227-8BE2-B00B-F4AA-71210865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dirty="0"/>
            </a:br>
            <a:r>
              <a:rPr lang="en-US" sz="3600"/>
              <a:t>rh-agentflow_run_2026-05-02_11-04-13_native</a:t>
            </a: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A5D13E-614C-EC2D-4B3A-23C8AFEBF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203" y="2093445"/>
            <a:ext cx="5599706" cy="4114800"/>
          </a:xfrm>
          <a:prstGeom prst="rect">
            <a:avLst/>
          </a:prstGeom>
        </p:spPr>
      </p:pic>
      <p:pic>
        <p:nvPicPr>
          <p:cNvPr id="5" name="Picture 4" descr="A graph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56971786-1F77-A4A0-F37E-5BBA3E897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525" y="1887641"/>
            <a:ext cx="6007605" cy="402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4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CEDA7-B786-701C-BCC9-E0212D7FC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dirty="0"/>
            </a:br>
            <a:r>
              <a:rPr lang="en-US" sz="3600"/>
              <a:t>rh-agentflow_run_2026-05-02_11-04-13_native</a:t>
            </a:r>
          </a:p>
          <a:p>
            <a:endParaRPr lang="en-US" dirty="0"/>
          </a:p>
        </p:txBody>
      </p:sp>
      <p:pic>
        <p:nvPicPr>
          <p:cNvPr id="4" name="Content Placeholder 3" descr="A graph with a blue square&#10;&#10;AI-generated content may be incorrect.">
            <a:extLst>
              <a:ext uri="{FF2B5EF4-FFF2-40B4-BE49-F238E27FC236}">
                <a16:creationId xmlns:a16="http://schemas.microsoft.com/office/drawing/2014/main" id="{916F0893-A990-40E2-C7D1-550FE477E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977117"/>
            <a:ext cx="6096000" cy="40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98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8D532-E5F9-3259-69B0-8158E4156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shellshock-agentflow_run_2026-05-03_23-26-45_native</a:t>
            </a:r>
            <a:endParaRPr lang="en-US" sz="3600"/>
          </a:p>
        </p:txBody>
      </p:sp>
      <p:pic>
        <p:nvPicPr>
          <p:cNvPr id="4" name="Content Placeholder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E04B4E22-9C4D-5427-A589-E098075A1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48808"/>
            <a:ext cx="5882356" cy="3343568"/>
          </a:xfrm>
          <a:prstGeom prst="rect">
            <a:avLst/>
          </a:prstGeom>
        </p:spPr>
      </p:pic>
      <p:pic>
        <p:nvPicPr>
          <p:cNvPr id="5" name="Picture 4" descr="A graph of number of call calls&#10;&#10;AI-generated content may be incorrect.">
            <a:extLst>
              <a:ext uri="{FF2B5EF4-FFF2-40B4-BE49-F238E27FC236}">
                <a16:creationId xmlns:a16="http://schemas.microsoft.com/office/drawing/2014/main" id="{64EB3E2B-67DA-781C-1B75-059E6C0B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959" y="2620710"/>
            <a:ext cx="6170010" cy="348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93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A4BF-F2C2-5FEB-4F93-CA881115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shellshock-agentflow_run_2026-05-03_23-26-45_native</a:t>
            </a:r>
            <a:endParaRPr lang="en-US"/>
          </a:p>
        </p:txBody>
      </p:sp>
      <p:pic>
        <p:nvPicPr>
          <p:cNvPr id="4" name="Content Placeholder 3" descr="A graph of process level execution status&#10;&#10;AI-generated content may be incorrect.">
            <a:extLst>
              <a:ext uri="{FF2B5EF4-FFF2-40B4-BE49-F238E27FC236}">
                <a16:creationId xmlns:a16="http://schemas.microsoft.com/office/drawing/2014/main" id="{0F9A9576-29F3-FCD1-857D-FD3C3BF11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105" y="2107688"/>
            <a:ext cx="5599706" cy="4114800"/>
          </a:xfrm>
          <a:prstGeom prst="rect">
            <a:avLst/>
          </a:prstGeom>
        </p:spPr>
      </p:pic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0351595A-EE88-C68E-0AE5-8C09930C3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703" y="2108408"/>
            <a:ext cx="6028970" cy="410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26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1CCD-CEB1-04AE-AC5E-D7B658BD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shellshock-agentflow_run_2026-05-03_23-26-45_native</a:t>
            </a:r>
            <a:endParaRPr lang="en-US"/>
          </a:p>
        </p:txBody>
      </p:sp>
      <p:pic>
        <p:nvPicPr>
          <p:cNvPr id="4" name="Content Placeholder 3" descr="A graph of a number of inefficiencies&#10;&#10;AI-generated content may be incorrect.">
            <a:extLst>
              <a:ext uri="{FF2B5EF4-FFF2-40B4-BE49-F238E27FC236}">
                <a16:creationId xmlns:a16="http://schemas.microsoft.com/office/drawing/2014/main" id="{725F4265-D5FB-6CB8-6AEE-13AD50B43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9963" y="1955753"/>
            <a:ext cx="6096000" cy="40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83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CF6F-0C0F-8CDE-FFAE-59BFB1BC8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webmin-agentflow_run_2026-05-06_13-20-17_native</a:t>
            </a:r>
            <a:endParaRPr lang="en-US" sz="36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7D0D67-5DFF-2584-A7EA-68228C739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889"/>
            <a:ext cx="6096000" cy="3467127"/>
          </a:xfrm>
          <a:prstGeom prst="rect">
            <a:avLst/>
          </a:prstGeom>
        </p:spPr>
      </p:pic>
      <p:pic>
        <p:nvPicPr>
          <p:cNvPr id="6" name="Picture 5" descr="A graph of number of tool calls&#10;&#10;AI-generated content may be incorrect.">
            <a:extLst>
              <a:ext uri="{FF2B5EF4-FFF2-40B4-BE49-F238E27FC236}">
                <a16:creationId xmlns:a16="http://schemas.microsoft.com/office/drawing/2014/main" id="{9339B223-82C0-3DF4-5989-468A2B835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06" y="2955421"/>
            <a:ext cx="6082992" cy="345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51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9705D-1294-1DC1-2082-39BFB34F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dirty="0"/>
            </a:br>
            <a:r>
              <a:rPr lang="en-US" sz="3600"/>
              <a:t>webmin-agentflow_run_2026-05-06_13-20-17_native</a:t>
            </a:r>
          </a:p>
          <a:p>
            <a:endParaRPr lang="en-US" dirty="0"/>
          </a:p>
        </p:txBody>
      </p:sp>
      <p:pic>
        <p:nvPicPr>
          <p:cNvPr id="4" name="Content Placeholder 3" descr="A graph of a process level execution status&#10;&#10;AI-generated content may be incorrect.">
            <a:extLst>
              <a:ext uri="{FF2B5EF4-FFF2-40B4-BE49-F238E27FC236}">
                <a16:creationId xmlns:a16="http://schemas.microsoft.com/office/drawing/2014/main" id="{28D88E73-B067-C0CC-754F-5FB7C375C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147" y="2264361"/>
            <a:ext cx="5599706" cy="4114800"/>
          </a:xfrm>
          <a:prstGeom prst="rect">
            <a:avLst/>
          </a:prstGeom>
        </p:spPr>
      </p:pic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A302413D-8D2C-97D7-2F7A-F2619A9D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348" y="2265081"/>
            <a:ext cx="5786839" cy="391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42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CE82-8B46-FD6A-C26E-57C03A6A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dirty="0"/>
            </a:br>
            <a:r>
              <a:rPr lang="en-US" sz="3600"/>
              <a:t>webmin-agentflow_run_2026-05-06_13-20-17_native</a:t>
            </a:r>
          </a:p>
          <a:p>
            <a:endParaRPr lang="en-US" dirty="0"/>
          </a:p>
        </p:txBody>
      </p:sp>
      <p:pic>
        <p:nvPicPr>
          <p:cNvPr id="4" name="Content Placeholder 3" descr="A graph with a blue rectangle&#10;&#10;AI-generated content may be incorrect.">
            <a:extLst>
              <a:ext uri="{FF2B5EF4-FFF2-40B4-BE49-F238E27FC236}">
                <a16:creationId xmlns:a16="http://schemas.microsoft.com/office/drawing/2014/main" id="{6F6995A7-0337-9938-CE84-2AEF77E8C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9813" y="2062575"/>
            <a:ext cx="6096000" cy="40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16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Improving Evaluation of Autonomous Cybersecurity Agents through Prompt and Execution Trace Analysis - AI Analysis</vt:lpstr>
      <vt:lpstr>Distinct Types of Tools Used</vt:lpstr>
      <vt:lpstr>Total Run Time By Tool</vt:lpstr>
      <vt:lpstr>Number of Tool Calls</vt:lpstr>
      <vt:lpstr>Process Execution Status</vt:lpstr>
      <vt:lpstr>AI Inefficiency</vt:lpstr>
      <vt:lpstr>Runtime - Inefficiency</vt:lpstr>
      <vt:lpstr>Analysis With new datasets </vt:lpstr>
      <vt:lpstr> All Tasks Combined  </vt:lpstr>
      <vt:lpstr>All Tasks Combined </vt:lpstr>
      <vt:lpstr>All Tasks Combined </vt:lpstr>
      <vt:lpstr> Combination of first three files:  acosta_kali_mcp_run </vt:lpstr>
      <vt:lpstr>  Combination of first three files:  acosta_kali_mcp_run  </vt:lpstr>
      <vt:lpstr> Combination of first three files:  acosta_kali_mcp_run </vt:lpstr>
      <vt:lpstr>arpspoof-agentflow_run_2026-05-05_00-46-12_native</vt:lpstr>
      <vt:lpstr> arpspoof-agentflow_run_2026-05-05_00-46-12_native </vt:lpstr>
      <vt:lpstr> arpspoof-agentflow_run_2026-05-05_00-46-12_native </vt:lpstr>
      <vt:lpstr> pivot-web-acosta_kali_mcp_run_2026-04-30_11-04-47_native </vt:lpstr>
      <vt:lpstr>pivot-web-acosta_kali_mcp_run_2026-04-30_11-04-47_native</vt:lpstr>
      <vt:lpstr>pivot-web-acosta_kali_mcp_run_2026-04-30_11-04-47_native</vt:lpstr>
      <vt:lpstr>rh-agentflow_run_2026-05-02_11-04-13_native</vt:lpstr>
      <vt:lpstr> rh-agentflow_run_2026-05-02_11-04-13_native </vt:lpstr>
      <vt:lpstr> rh-agentflow_run_2026-05-02_11-04-13_native </vt:lpstr>
      <vt:lpstr>shellshock-agentflow_run_2026-05-03_23-26-45_native</vt:lpstr>
      <vt:lpstr>shellshock-agentflow_run_2026-05-03_23-26-45_native</vt:lpstr>
      <vt:lpstr>shellshock-agentflow_run_2026-05-03_23-26-45_native</vt:lpstr>
      <vt:lpstr>webmin-agentflow_run_2026-05-06_13-20-17_native</vt:lpstr>
      <vt:lpstr> webmin-agentflow_run_2026-05-06_13-20-17_native </vt:lpstr>
      <vt:lpstr> webmin-agentflow_run_2026-05-06_13-20-17_native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323</cp:revision>
  <dcterms:created xsi:type="dcterms:W3CDTF">2026-05-16T16:17:30Z</dcterms:created>
  <dcterms:modified xsi:type="dcterms:W3CDTF">2026-05-17T16:29:59Z</dcterms:modified>
</cp:coreProperties>
</file>